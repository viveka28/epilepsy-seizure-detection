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F3756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920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2D2D"/>
                </a:solidFill>
                <a:latin typeface="Arial"/>
              </a:rPr>
              <a:t>An Explainable Deep Learning Pipeline for Scalp EEG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CHB-MIT Scalp EEG Database  |  1D CNN  |  SHAP  |  LIME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8862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Wasnik Aishwary Manoj (23115111)  •  Vivek Anand (23115109)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15968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Guided by Dr. Bunil Kumar Balbantaray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548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969"/>
                </a:solidFill>
                <a:latin typeface="Arial"/>
              </a:rPr>
              <a:t>Final Year Project — Computer Science &amp; Engineering
National Institute of Technology, Raipur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Why this problem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Motivation for automatic seizure detection and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Arial"/>
              </a:rPr>
              <a:t>Seizures are unpredictable, and continuous EEG monitoring produces a large amount of signal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3383280" cy="1508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774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Epilepsy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70632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More than 50 million people worldwide live with epilepsy.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240280"/>
            <a:ext cx="3383280" cy="1508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Continuous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70632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EEG recordings may need to be monitored continuously to identify seizure activity.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2240280"/>
            <a:ext cx="3383280" cy="1508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3774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Need for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770632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A black-box alert is difficult to inspect. The project therefore adds an explainability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756"/>
                </a:solidFill>
                <a:latin typeface="Arial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148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Arial"/>
              </a:rPr>
              <a:t>Build a complete pipeline from raw EEG recordings to a seizure prediction, and show which channels and time regions influenced individual predictions.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CHB-MIT Scalp EEG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96969"/>
                </a:solidFill>
                <a:latin typeface="Arial"/>
              </a:rPr>
              <a:t>PhysioNet • pediatric epilepsy patients • continuous scalp EEG recordings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EEG channels per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256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original sampling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subjects processed so far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315,686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4-second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3337560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383279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Seizure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776472"/>
            <a:ext cx="30083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843 windows contain true seizure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246120"/>
            <a:ext cx="3337560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383279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Class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30083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Only about 0.27% of all windows are seizure windows.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3246120"/>
            <a:ext cx="3337560" cy="14173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3383279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Main challenge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776472"/>
            <a:ext cx="30083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The severe imbalance strongly affects model training and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From raw EDF recordings to an explainable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1. Raw EDF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23-channel EEG
Loaded with MNE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2.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60 Hz notch
0.5–40 Hz band-pass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3.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Per-channel z-score
within each recording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4. Windowing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4 s windows
50%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2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5. 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1D CNN in PyTorch
Weighted sampling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1828800"/>
            <a:ext cx="1691640" cy="214884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196596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6. SHAP / LIME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2359152"/>
            <a:ext cx="13624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Per-window attribution
channels + time regions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756"/>
                </a:solidFill>
                <a:latin typeface="Arial"/>
              </a:rPr>
              <a:t>Input to the model: 23 channels × 512 samples (4 seconds at 128 Hz).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The data is processed file-by-file and stored in a memory-safe form so the complete dataset does not have to remain in 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CNN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A 1D convolutional network built stage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23 × 512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Conv Block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Conv1D 23→32, k=7
BatchNorm → ReLU → MaxPool(4)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Conv Block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Conv1D 32→64, k=5
BatchNorm → ReLU → MaxPool(4)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Conv Block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Conv1D 64→128, k=3
BatchNorm → ReLU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2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Global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AdaptiveAvgPool1d(1)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1920240"/>
            <a:ext cx="169164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2057400"/>
            <a:ext cx="1362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2450592"/>
            <a:ext cx="136245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D2D2D"/>
                </a:solidFill>
                <a:latin typeface="Arial"/>
              </a:rPr>
              <a:t>128→64 → Dropout(0.3) → 64→1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63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756"/>
                </a:solidFill>
                <a:latin typeface="Arial"/>
              </a:rPr>
              <a:t>Output: one raw seizure logit. Sigmoid converts the logit to a seizure probability.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Engineering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Problems encountered during implementation and the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257800" cy="41605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00200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1. Out-of-memory crashes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492861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Problem
Loading all EDF files at once required more than 15 GB RAM and crashed the machine.
Fix
Process one file at a time, write processed arrays to disk, and use memory-mapped arrays so only the active batch is held in RAM.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63040"/>
            <a:ext cx="5257800" cy="41605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2. Data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2861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Problem
A random window-level split allowed overlapping windows from the same recording to appear in both train and test, giving an inflated F1 of about 0.98.
Fix
Split by complete EDF file/recording so all windows from one recording stay in the same split.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Performance on the held-out file-level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rial"/>
              </a:rPr>
              <a:t>The final experiment uses a file-level train/test split. This avoids leakage between overlapping windows from the same recording.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0.89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76092"/>
                </a:solidFill>
                <a:latin typeface="Arial"/>
              </a:rPr>
              <a:t>0.87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756"/>
                </a:solidFill>
                <a:latin typeface="Arial"/>
              </a:rPr>
              <a:t>Confusion 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2286000"/>
            <a:ext cx="1143000" cy="822960"/>
          </a:xfrm>
          <a:prstGeom prst="rect">
            <a:avLst/>
          </a:prstGeom>
          <a:solidFill>
            <a:srgbClr val="DDE7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3957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3756"/>
                </a:solidFill>
                <a:latin typeface="Arial"/>
              </a:rPr>
              <a:t>89,257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7432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Arial"/>
              </a:rPr>
              <a:t>TN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286000"/>
            <a:ext cx="1143000" cy="822960"/>
          </a:xfrm>
          <a:prstGeom prst="rect">
            <a:avLst/>
          </a:prstGeom>
          <a:solidFill>
            <a:srgbClr val="F7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3957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3756"/>
                </a:solidFill>
                <a:latin typeface="Arial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7432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Arial"/>
              </a:rPr>
              <a:t>FP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3108960"/>
            <a:ext cx="1143000" cy="822960"/>
          </a:xfrm>
          <a:prstGeom prst="rect">
            <a:avLst/>
          </a:prstGeom>
          <a:solidFill>
            <a:srgbClr val="F7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3756"/>
                </a:solidFill>
                <a:latin typeface="Arial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56616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Arial"/>
              </a:rPr>
              <a:t>FN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3108960"/>
            <a:ext cx="1143000" cy="822960"/>
          </a:xfrm>
          <a:prstGeom prst="rect">
            <a:avLst/>
          </a:prstGeom>
          <a:solidFill>
            <a:srgbClr val="DDE7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32186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3756"/>
                </a:solidFill>
                <a:latin typeface="Arial"/>
              </a:rPr>
              <a:t>178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56616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Arial"/>
              </a:rPr>
              <a:t>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57600"/>
            <a:ext cx="7269480" cy="137160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794760"/>
            <a:ext cx="6940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187952"/>
            <a:ext cx="69402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The model detects most seizure windows while keeping false alarms relatively low in this five-subject experiment. The result is a baseline rather than a final clinical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069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6969"/>
                </a:solidFill>
                <a:latin typeface="Arial"/>
              </a:rPr>
              <a:t>89,489 total test 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Explainability with SHAP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Channel importance for individual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Arial"/>
              </a:rPr>
              <a:t>SHAP GradientExplainer estimates how much each EEG channel contributed to a specific prediction.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3703320" cy="20116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783080"/>
            <a:ext cx="3703320" cy="20116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783080"/>
            <a:ext cx="370332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The three examples show a correctly detected seizure, a missed seizure, and a correct non-seizure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969"/>
                </a:solidFill>
                <a:latin typeface="Arial"/>
              </a:rPr>
              <a:t>The plotted value is the sum of absolute SHAP values across time, so the bars show importance magnitude rather than positive/negative direction.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Explainability with LIME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A second method for checking local model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LIME was implemented specifically for this project. Each window is divided into channel × time regions, perturbed, and used to fit a local surrogate model.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3703320" cy="23317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783080"/>
            <a:ext cx="3703320" cy="23317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783080"/>
            <a:ext cx="3703320" cy="2331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4480560"/>
            <a:ext cx="3383280" cy="1051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617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010912"/>
            <a:ext cx="305409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23 channels × 4 time segments = 92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4480560"/>
            <a:ext cx="3383280" cy="1051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617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Perturbations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10912"/>
            <a:ext cx="305409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500 masked samples; zero is the normalized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4480560"/>
            <a:ext cx="3383280" cy="105156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4617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Surrogate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5010912"/>
            <a:ext cx="305409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Weighted Ridge regression on the CNN logit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2286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What was built and what remains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96969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212080" cy="41605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488289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• EEG preprocessing and 4-second windowing
• 1D CNN seizure classifier
• File-level train/test split to reduce leakage
• Memory-safe processing for EDF recordings
• SHAP channel-level explanations
• Custom LIME channel × time explanations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5303520" cy="4160520"/>
          </a:xfrm>
          <a:prstGeom prst="rect">
            <a:avLst/>
          </a:prstGeom>
          <a:solidFill>
            <a:srgbClr val="F7F8F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rial"/>
              </a:rPr>
              <a:t>Current limitations /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47672"/>
            <a:ext cx="497433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rial"/>
              </a:rPr>
              <a:t>• Current experiment covers five subjects
• File-level split is not the same as a patient-independent split
• More subjects are needed for stronger generalisation claims
• Further tuning and validation can improve reliability
• Explanations are model attribution, not clinical causality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756"/>
                </a:solidFill>
                <a:latin typeface="Arial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925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rial"/>
              </a:rPr>
              <a:t>Questions are welcome.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25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376092"/>
                </a:solidFill>
                <a:latin typeface="Arial"/>
              </a:rPr>
              <a:t>github.com/VivekA28/epilepsy-seizure-detection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rial"/>
              </a:rPr>
              <a:t>Early Epilepsy Seizure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6969"/>
                </a:solidFill>
                <a:latin typeface="Arial"/>
              </a:rPr>
              <a:t>NIT Raipur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